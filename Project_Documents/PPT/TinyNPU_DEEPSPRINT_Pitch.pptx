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TinyNPU - Board-Agnostic Edge AI Accelerator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DEEPSPRINT Hackathon
Domain: VLSI &amp; Semiconductor Tech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Team Details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a. Team name: [Your Team Name]
b. Team leader name: [Your Name]
c. Team size: [E.g., 1 / 3 / 4]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1. Problem Statement: Deploying AI at the edge faces a critical bottleneck: hardware is either too power-hungry or rigidly tied to specific vendor boards.
2. Who has the problem?: Defense contractors, drone manufacturers, aerospace engineers.
3. Current solution?: CPUs/GPUs consume too much power and suffer from OS jitter. Vendor-Locked NPUs are rigidly tied to specific SoC architectures.
4. Why important?: In defense and aerospace, deterministic execution (zero-jitter) and ultra-low power are non-negotiable.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Solution - Describe your Innovation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TinyNPU: A 100% PL-Based, Board-Agnostic Neural Processing Unit
* Fully Synthesizable IP: Designed 100% in Programmable Logic (PL). It can be ported to any FPGA fabric seamlessly.
* High-Efficiency Architecture: Optimized specifically for low-latency, low-power inference at the edge.
* Real-World Applicability: Capable of running quantized neural networks for real-time target detection.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1. Target Customer: B2B Defense technology firms, Aerospace agencies, Autonomous robotics startups, and semiconductor IP integrators.
2. Market Size: The Edge AI Hardware market is projected to reach $38.8 Billion by 2030 (CAGR of 18.8%).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Business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1. Revenue model:
  - IP Licensing: Licensing the TinyNPU RTL/bitstream to semiconductor firms and defense contractors.
  - NRE (Non-Recurring Engineering): Customizing the NPU architecture.
2. Selling price:
  - Base IP License: $50,000 - $100,000 + royalties per chip.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Validation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1. Prototype? (Yes or No): Yes. (We have the RTL/bitstream ready and validated on FPGA fabric, benchmarking power and latency).
2. TRL (Technology Readiness Level): TRL 4 (Component validation). We are actively moving towards TRL 5.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IP (Intellectual Property)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1. Novelty: The hardware-software interface is entirely decoupled from hard processors. Achieving ultra-low latency and minimal area footprint.
2. Patent? (Yes or No): No (Currently maintaining as trade secret).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2161</Words>
  <Application>WPS Presentation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TinyNPU - Board-Agnostic Edge AI Accelerator</dc:title>
  <dc:creator>harih</dc:creator>
  <cp:lastModifiedBy>harih</cp:lastModifiedBy>
  <cp:revision>1</cp:revision>
  <dcterms:created xsi:type="dcterms:W3CDTF">2026-08-11T18:21:03Z</dcterms:created>
  <dcterms:modified xsi:type="dcterms:W3CDTF">2026-08-11T18:21:03Z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1479C62870A44E7ABBD4E75607C93D1E_11</vt:lpwstr>
  </property>
</Properties>
</file>