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TinyNPU: 100% PL-Based Edge AI Accelerator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High-Efficiency, Board-Agnostic Silicon IP for Defense &amp; Aerospace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Team Details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Team: [Silicon Innovators]
Lead: [Your Name]
Size: [E.g., 3]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Problem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The Bottleneck: High-performance AI at the tactical edge is fundamentally constrained by SWaP limitations and rigid SoC vendor lock-in.
Who Hurts the Most?: Defense contractors, aerospace agencies, autonomous systems.
The Critical Gap: Traditional architectures fail to deliver deterministic execution without massive power overhead or bulky OS.
Comparison: CPUs/GPUs have massive power draw and high latency jitter. Legacy NPUs have rigid PS dependency. TinyNPU has ultra-low SWaP and 100% deterministic execution.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Solution - Describe your Innovation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[Insert Block Diagram: AXI Stream Data -&gt; 100% PL Core -&gt; Output]
100% PL-Based (Board-Agnostic): Truly synthesizable IP block. Zero reliance on hard Processing Systems (PS).
Hardware-Optimized Inference: Custom INT8 Quantization data paths mapped directly to native DSP slices.
Deterministic Execution: Zero Operating System bloat. Guarantees microsecond-level execution consistency.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Customer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TAM / SAM (Total Addressable Market) KPIs:
- $38.8B | Edge AI Hardware Market (2030)
- 18.8% | Industry CAGR
- $5.0B+ | Defense &amp; Autonomous Robotics Niche
Core B2B Segments:
- Defense &amp; Military Integrators
- Aerospace (ISRO/DRDO Vendors)
- Autonomous Robotics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Business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Revenue Engine:
1. IP Licensing: Upfront capital via sale of RTL/Bitstream.
2. NRE (Non-Recurring Engineering): Premium consulting fees for custom tweaks.
3. Volume Royalties: Per-chip scaling revenue.
Pricing Model:
- Base IP License: $50,000 - $100,000 (Highly competitive B2B pricing compared to in-house custom silicon R&amp;D).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Validation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Validation Status:
- Prototype Synthesized? YES
- Performance Metrics: (Insert real numbers here: e.g., Latency: 1.2ms | LUT Utilization: 14% | Power: 2.1W)
Technology Readiness Level:
- [ TR1 ] -- [ TR2 ] -- [ TR3 ] -- [ TR4 (Current) ] -- [ TR5 (Target) ]
- Status: TRL 4 achieved. RTL component validated on FPGA fabric.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IP (Intellectual Property)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Architectural Novelty:
The complete decoupling of the hardware-software interface from hard processors. By confining scheduling and routing entirely within Programmable Logic, TinyNPU achieves an unprecedented balance of low latency and minimal area footprint.
IP Strategy:
- Patented? NO.
- Current Posture: Maintained as a Trade Secret. Provisional patent filing planned.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2468</Words>
  <Application>WPS Presentation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Wingdings</vt:lpstr>
      <vt:lpstr>Arial Unicode MS</vt:lpstr>
      <vt:lpstr>Microsoft YaHei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TinyNPU: 100% PL-Based Edge AI Accelerator</dc:title>
  <dc:creator>harih</dc:creator>
  <cp:lastModifiedBy>harih</cp:lastModifiedBy>
  <cp:revision>1</cp:revision>
  <dcterms:created xsi:type="dcterms:W3CDTF">2026-08-12T11:30:13Z</dcterms:created>
  <dcterms:modified xsi:type="dcterms:W3CDTF">2026-08-12T11:30:13Z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C43BF4A721624D0D99EDC96BC8B4A75E_11</vt:lpwstr>
  </property>
</Properties>
</file>