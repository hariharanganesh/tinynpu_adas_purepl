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15645" y="4399658"/>
            <a:ext cx="10043122" cy="1800000"/>
          </a:xfrm>
        </p:spPr>
        <p:txBody>
          <a:bodyPr wrap="square">
            <a:normAutofit fontScale="90000"/>
          </a:bodyPr>
          <a:lstStyle/>
          <a:p>
            <a:r>
              <a:rPr lang="en-US" altLang="en-US" dirty="0"/>
              <a:t>TinyNPU: A Sensor-Driven Low-Latency AI Accelerator for Ballistic Vision</a:t>
            </a:r>
            <a:endParaRPr lang="en-US" alt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8918320" y="5940549"/>
            <a:ext cx="10043122" cy="579632"/>
          </a:xfrm>
        </p:spPr>
        <p:txBody>
          <a:bodyPr wrap="square">
            <a:normAutofit/>
          </a:bodyPr>
          <a:lstStyle/>
          <a:p>
            <a:r>
              <a:rPr lang="en-US" dirty="0">
                <a:ea typeface="+mn-ea"/>
              </a:rPr>
              <a:t>-Hariharan Ganesh</a:t>
            </a:r>
            <a:endParaRPr lang="en-US" dirty="0"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Introduction &amp; Problem Statement</a:t>
            </a:r>
            <a:endParaRPr lang="en-US" dirty="0">
              <a:sym typeface="+mn-ea"/>
            </a:endParaRPr>
          </a:p>
        </p:txBody>
      </p:sp>
      <p:sp>
        <p:nvSpPr>
          <p:cNvPr id="4" name="Tex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42557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The Challenge
- Ballistic Vision: Tracking ultra-high-speed objects requires extremely low-latency object detection (YOLOv8n).
- The Bottleneck: Traditional CPUs and GPUs have too much software overhead and memory latency.
The Solution:
- A custom, hardware-accelerated NPU deployed directly on the edge using a Zynq-7020 FPGA.
- Fully deterministic, predictable latency running independent of an OS.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TinyNPU Architecture Highlights</a:t>
            </a:r>
            <a:endParaRPr lang="en-US" dirty="0">
              <a:sym typeface="+mn-ea"/>
            </a:endParaRPr>
          </a:p>
        </p:txBody>
      </p:sp>
      <p:sp>
        <p:nvSpPr>
          <p:cNvPr id="4" name="Tex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27050" y="141414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Core Engine:
- 8x8 Systolic Array: Weight-stationary dataflow architecture maximizing MAC utilization.
- INT8 Quantization: Replaces costly floating-point math with highly efficient 8-bit integer arithmetic.
- Custom Activation: Features a 5-segment piecewise linear approximation for Sigmoid and ReLU to save BRAM.
Data Movement:
- AMBA AXI4 Standards: AXI4-Lite for configuration registers and AXI4-Stream for high-bandwidth DMA.
- Double Buffering: Hides memory latency by pre-fetching weights and activations.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Overcoming Edge Constraints</a:t>
            </a:r>
            <a:endParaRPr lang="en-US" dirty="0">
              <a:sym typeface="+mn-ea"/>
            </a:endParaRPr>
          </a:p>
        </p:txBody>
      </p:sp>
      <p:sp>
        <p:nvSpPr>
          <p:cNvPr id="4" name="Tex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60705" y="143700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Depthwise Separable Convolution Optimization:
- Heavily optimized our engine for Depthwise convolutions used in modern edge networks like YOLO.
- DSP Optimization: Implemented a 2-stage adder tree to reduce DSP cascade depth, improving max clock frequency.
Pipelined Requantization:
- Built a custom 3-stage pipelined requantization unit to handle INT32 to INT8 down-scaling without breaking timing.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Rigorous Verification Methodology</a:t>
            </a:r>
            <a:endParaRPr lang="en-US" dirty="0">
              <a:sym typeface="+mn-ea"/>
            </a:endParaRPr>
          </a:p>
        </p:txBody>
      </p:sp>
      <p:sp>
        <p:nvSpPr>
          <p:cNvPr id="4" name="Tex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13055" y="136461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Approach:
- 100% Verilog/SystemVerilog: No Python in the critical verification path to ensure ASIC-portability.
- Hardware Scoreboard: Built a robust testbench that compares AXI-Stream outputs against a golden hex file bit-by-bit.
Results:
- Functional Accuracy: 100.00% detection accuracy verified over 4,096 bytes of simulated data.
- Zero Errors: 0 false positives, 0 false negatives.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FPGA Implementation &amp; Timing Closure</a:t>
            </a:r>
            <a:endParaRPr lang="en-US" dirty="0">
              <a:sym typeface="+mn-ea"/>
            </a:endParaRPr>
          </a:p>
        </p:txBody>
      </p:sp>
      <p:sp>
        <p:nvSpPr>
          <p:cNvPr id="4" name="Tex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92430" y="137985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Target: Xilinx PYNQ-Z2 (XC7Z020CLG400-1)
The Challenge:
- Pushing the silicon to its limits resulted in initial routing congestion and negative setup slack.
- The Fix: Removed inferred latches in clock gating cells, heavily pipelined the requantization unit, and optimized adder trees.
The Result:
- Successfully closed Setup Timing with a Worst Negative Slack (WNS) of +0.052 ns.
- Synthesized in Out-Of-Context (OOC) mode for flawless system-level integration.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Conclusion &amp; Next Steps</a:t>
            </a:r>
            <a:endParaRPr lang="en-US" dirty="0">
              <a:sym typeface="+mn-ea"/>
            </a:endParaRPr>
          </a:p>
        </p:txBody>
      </p:sp>
      <p:sp>
        <p:nvSpPr>
          <p:cNvPr id="4" name="Tex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69570" y="14033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Project Achievements:
- Designed, verified, and successfully synthesized a complete, ASIC-ready AI accelerator from scratch.
- Met all strict timing and resource constraints for the Zynq-7020 FPGA.
Next Steps (System Integration):
- Block Design: Package the TinyNPU as Vivado IP and connect it to the Zynq ARM Processing System.
- Software Overlay: Use PYNQ's Python environment to stream real image data from the ARM core to the NPU.
- Live Ballistic Testing: Deploy the system with a high-speed camera for real-time tracking.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12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1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130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82_1*f*4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Name"/>
</p:tagLst>
</file>

<file path=ppt/tags/tag131.xml><?xml version="1.0" encoding="utf-8"?>
<p:tagLst xmlns:p="http://schemas.openxmlformats.org/presentationml/2006/main">
  <p:tag name="KSO_WM_SPECIAL_SOURCE" val="bdnull"/>
  <p:tag name="KSO_WM_SLIDE_ID" val="custom202334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TEMPLATE_THUMBS_INDEX" val="1、9"/>
  <p:tag name="KSO_WM_SLIDE_THEME_ID" val="3321262"/>
  <p:tag name="KSO_WM_SLIDE_THEME_NAME" val="White Minimalist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3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4.xml><?xml version="1.0" encoding="utf-8"?>
<p:tagLst xmlns:p="http://schemas.openxmlformats.org/presentationml/2006/main">
  <p:tag name="KSO_WM_SLIDE_TYPE" val="text"/>
  <p:tag name="KSO_WM_BEAUTIFY_FLAG" val="#wm#"/>
</p:tagLst>
</file>

<file path=ppt/tags/tag135.xml><?xml version="1.0" encoding="utf-8"?>
<p:tagLst xmlns:p="http://schemas.openxmlformats.org/presentationml/2006/main">
  <p:tag name="KSO_WM_UNIT_TEXT" val="Introduction &amp; Problem Statement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3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7.xml><?xml version="1.0" encoding="utf-8"?>
<p:tagLst xmlns:p="http://schemas.openxmlformats.org/presentationml/2006/main">
  <p:tag name="KSO_WM_SLIDE_TYPE" val="text"/>
  <p:tag name="KSO_WM_BEAUTIFY_FLAG" val="#wm#"/>
</p:tagLst>
</file>

<file path=ppt/tags/tag138.xml><?xml version="1.0" encoding="utf-8"?>
<p:tagLst xmlns:p="http://schemas.openxmlformats.org/presentationml/2006/main">
  <p:tag name="KSO_WM_UNIT_TEXT" val="TinyNPU Architecture Highlights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3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SLIDE_TYPE" val="text"/>
  <p:tag name="KSO_WM_BEAUTIFY_FLAG" val="#wm#"/>
</p:tagLst>
</file>

<file path=ppt/tags/tag141.xml><?xml version="1.0" encoding="utf-8"?>
<p:tagLst xmlns:p="http://schemas.openxmlformats.org/presentationml/2006/main">
  <p:tag name="KSO_WM_UNIT_TEXT" val="Overcoming Edge Constraints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4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SLIDE_TYPE" val="text"/>
  <p:tag name="KSO_WM_BEAUTIFY_FLAG" val="#wm#"/>
</p:tagLst>
</file>

<file path=ppt/tags/tag144.xml><?xml version="1.0" encoding="utf-8"?>
<p:tagLst xmlns:p="http://schemas.openxmlformats.org/presentationml/2006/main">
  <p:tag name="KSO_WM_UNIT_TEXT" val="Rigorous Verification Methodology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4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46.xml><?xml version="1.0" encoding="utf-8"?>
<p:tagLst xmlns:p="http://schemas.openxmlformats.org/presentationml/2006/main">
  <p:tag name="KSO_WM_SLIDE_TYPE" val="text"/>
  <p:tag name="KSO_WM_BEAUTIFY_FLAG" val="#wm#"/>
</p:tagLst>
</file>

<file path=ppt/tags/tag147.xml><?xml version="1.0" encoding="utf-8"?>
<p:tagLst xmlns:p="http://schemas.openxmlformats.org/presentationml/2006/main">
  <p:tag name="KSO_WM_UNIT_TEXT" val="FPGA Implementation &amp; Timing Closure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4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49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2967</Words>
  <Application>WPS Presentation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Inter Bold</vt:lpstr>
      <vt:lpstr>Segoe Print</vt:lpstr>
      <vt:lpstr>Inter</vt:lpstr>
      <vt:lpstr>Lato</vt:lpstr>
      <vt:lpstr>Manrope ExtraBold</vt:lpstr>
      <vt:lpstr>WPS</vt:lpstr>
      <vt:lpstr>1_Office Theme</vt:lpstr>
      <vt:lpstr>Your title here</vt:lpstr>
      <vt:lpstr>Introduction &amp; Problem Statement</vt:lpstr>
      <vt:lpstr>TinyNPU Architecture Highlights</vt:lpstr>
      <vt:lpstr>Overcoming Edge Constraints</vt:lpstr>
      <vt:lpstr>Rigorous Verification Methodology</vt:lpstr>
      <vt:lpstr>FPGA Implementation &amp; Timing Closure</vt:lpstr>
      <vt:lpstr>Conclusion &amp; Next Steps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TinyNPU: Ultra-High-Speed AI Accelerator</dc:title>
  <dc:creator>harih</dc:creator>
  <cp:lastModifiedBy>harih</cp:lastModifiedBy>
  <cp:revision>3</cp:revision>
  <dcterms:created xsi:type="dcterms:W3CDTF">2026-08-06T09:51:00Z</dcterms:created>
  <dcterms:modified xsi:type="dcterms:W3CDTF">2026-08-06T10:14:52Z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FB56A1008B094760A24F7F91346B4870_11</vt:lpwstr>
  </property>
</Properties>
</file>