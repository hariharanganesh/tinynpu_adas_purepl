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4" roundtripDataSignature="AMtx7mgvu6NYzvMqSxNf//PQ8iBR3UkM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9253" y="295200"/>
            <a:ext cx="1405647" cy="65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600" y="234325"/>
            <a:ext cx="1083399" cy="7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9102" y="295200"/>
            <a:ext cx="1846047" cy="6546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/>
        </p:nvSpPr>
        <p:spPr>
          <a:xfrm>
            <a:off x="428625" y="3009900"/>
            <a:ext cx="8305800" cy="15696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Details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name: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leader name: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size: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eepSprint 2025" id="58" name="Google Shape;58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74250" y="1466275"/>
            <a:ext cx="3395500" cy="131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9253" y="295200"/>
            <a:ext cx="1405647" cy="65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600" y="234325"/>
            <a:ext cx="1083399" cy="7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9102" y="295200"/>
            <a:ext cx="1846047" cy="6546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"/>
          <p:cNvSpPr txBox="1"/>
          <p:nvPr/>
        </p:nvSpPr>
        <p:spPr>
          <a:xfrm>
            <a:off x="273600" y="1244825"/>
            <a:ext cx="8412900" cy="3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</a:t>
            </a:r>
            <a:r>
              <a:rPr b="1" lang="en" sz="1800">
                <a:solidFill>
                  <a:schemeClr val="dk1"/>
                </a:solidFill>
              </a:rPr>
              <a:t>m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lang="en" sz="1600">
                <a:solidFill>
                  <a:schemeClr val="dk1"/>
                </a:solidFill>
              </a:rPr>
              <a:t>Problem Statement 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Who has the problem?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solution?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important?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9253" y="295200"/>
            <a:ext cx="1405647" cy="65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600" y="234325"/>
            <a:ext cx="1083399" cy="7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9102" y="295200"/>
            <a:ext cx="1846047" cy="65467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 txBox="1"/>
          <p:nvPr/>
        </p:nvSpPr>
        <p:spPr>
          <a:xfrm>
            <a:off x="383025" y="1313225"/>
            <a:ext cx="8330700" cy="3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 - Describe your Innovation: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9253" y="295200"/>
            <a:ext cx="1405647" cy="65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600" y="234325"/>
            <a:ext cx="1083399" cy="7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9102" y="295200"/>
            <a:ext cx="1846047" cy="6546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"/>
          <p:cNvSpPr txBox="1"/>
          <p:nvPr/>
        </p:nvSpPr>
        <p:spPr>
          <a:xfrm>
            <a:off x="311600" y="1231150"/>
            <a:ext cx="8412900" cy="3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Customer :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   Market Size :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9253" y="295200"/>
            <a:ext cx="1405647" cy="65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600" y="234325"/>
            <a:ext cx="1083399" cy="7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9102" y="295200"/>
            <a:ext cx="1846047" cy="6546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/>
          <p:nvPr/>
        </p:nvSpPr>
        <p:spPr>
          <a:xfrm>
            <a:off x="273600" y="1258525"/>
            <a:ext cx="8426700" cy="3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Revenue model: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  Selling price:</a:t>
            </a:r>
            <a:b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9253" y="295200"/>
            <a:ext cx="1405647" cy="65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600" y="234325"/>
            <a:ext cx="1083399" cy="7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9102" y="295200"/>
            <a:ext cx="1846047" cy="6546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6"/>
          <p:cNvSpPr txBox="1"/>
          <p:nvPr/>
        </p:nvSpPr>
        <p:spPr>
          <a:xfrm>
            <a:off x="232550" y="1231150"/>
            <a:ext cx="8563500" cy="3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Prototype? (Yes or No)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 TRL (Technology Readiness Level):</a:t>
            </a:r>
            <a:b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9253" y="295200"/>
            <a:ext cx="1405647" cy="65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600" y="234325"/>
            <a:ext cx="1083399" cy="7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9102" y="295200"/>
            <a:ext cx="1846047" cy="65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7"/>
          <p:cNvSpPr txBox="1"/>
          <p:nvPr/>
        </p:nvSpPr>
        <p:spPr>
          <a:xfrm>
            <a:off x="232550" y="1231150"/>
            <a:ext cx="8563500" cy="3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 (Intellectual Property)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Novelty: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 Patent? (Yes or No)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Sanjana</dc:creator>
</cp:coreProperties>
</file>